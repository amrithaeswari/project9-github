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9" r:id="rId5"/>
    <p:sldId id="270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C883-CB54-E651-CE94-6453071AE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D70D84-BCC1-A45F-12E9-8FDE4F094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B6CC8-BE2C-5621-0A45-4959BBFD3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19C96-BC70-80BF-6DC6-B4CA3AC6D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2D151-F388-4BF4-044C-4EB537B0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518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6D68-3801-55CE-94EE-3BCE5BA6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231C7-E8A8-8F73-3002-1551B0F96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744C7-7286-D5CB-7229-E06AB87D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00A58-47BF-83F0-C689-ED4DF5170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3B62C-6641-E187-AA1A-67218042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51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E725E-195A-987A-726D-4D0599656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6B99E-675C-871E-FFF5-41C8850B2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28CE9-485A-C958-C4E2-530BB2EB6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45BD4-2DC2-ACE0-E9EA-EF2EC4C6F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05D59-FC32-CF39-5AAB-89F829E5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65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190F1-FEA0-873E-8EFA-1858068CD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D516-28C2-D28C-95D1-26B7F4FC2E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57018-A948-9634-D69E-E9D29E5FE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40D-EE10-CF50-3383-2F6F1EC3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43C13-E17C-2668-490B-439DAC9B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BD288D-2A14-A68F-C1FD-E0C5597C3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178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58CCC-4D6F-2270-334B-453AA5CFB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4A22B-009D-96F1-6185-82D382383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D78A1-6EE9-2CE1-F5FE-4C97A0CDD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00155-EFC1-A810-836A-B0138B01B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D718EB-E867-8C55-8C48-AFFCE93CE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B76161-6DAE-DA4F-3EB9-2056CA57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33B7DB-3C84-0A13-B5DB-548EFAB3B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B36D0-D99E-D104-10FC-71139785B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8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57C34-1418-2B61-F3C4-3CBC25AB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D80307-63CA-14D4-EF51-92476C32B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21B3C-6193-C892-8B0D-98F4E381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8C858-DCCE-7797-7093-F463618BD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567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96A61-91DE-3A97-2519-024AD825A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34DE2-76C0-CE7A-4DB5-AEB8D007B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E9A4E-08C2-044A-A157-1D05C961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84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CF56-2BA9-1633-095A-709B15CA8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2C98-48DD-DBDE-6C2C-8E67942D1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5FE29-C35E-E2DF-E170-AE7CFBEA6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0810A-8810-14BD-4452-1241B9E0F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93118-8B86-584F-C775-FB791D11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1FB93-194E-3CF5-AE9F-2BFE28CA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997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37A79-5E4F-E8BA-0A4F-FF596A43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BE9ECB-EFCB-D07F-A49B-1A45E7294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7196D-301D-5E85-2E2E-DAC6E6811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A49FA-C4C8-F6DD-3184-7E611151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E572A-4DCA-BF32-9E15-AA145DB90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0C0B3-9A5A-8311-B0DD-29BADFB1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18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EFBF-66B5-AE61-C9FB-FF5CF5A86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529F7E-AD5E-41D0-390F-B8903190F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35F21-1006-42C3-ADCD-13EBEBA59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36501-C9A3-775A-55F8-D7EB134A3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09740-DF6D-ACE8-2844-81985373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49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D6E4A4-7183-2FCD-081A-C176905BC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08993-850E-D8F6-188C-DE711EB07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DA340-D8EE-5E47-1E57-032B1C37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FA967-163D-5AB2-3A78-C228A8AF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73E77-C904-AEEE-398D-E81787E63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193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A95B7-D4D6-6ADC-C059-04F4C4B1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6BF7E-E0DC-70A2-B97D-607F207BC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F24FC-FE95-99A3-13C8-0B94E36B6C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8E25B-C01B-40B9-A3A2-99077AC87313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6C23-6220-CCD2-D9FD-DBA461704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9CD5A-FD90-A8D7-831B-DFEA5564B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5DA16-0358-46BE-84F7-4BC4797A23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761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B6D4A-A838-7AD3-6F07-2976460D24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EXPERIMENT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F6480-6387-D89A-FBBF-32A261067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4293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52363-43DE-3969-F197-A7F0A3B38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38" y="301189"/>
            <a:ext cx="11680723" cy="62556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/>
              <a:t>Aim</a:t>
            </a:r>
          </a:p>
          <a:p>
            <a:pPr marL="0" indent="0">
              <a:buNone/>
            </a:pPr>
            <a:r>
              <a:rPr lang="en-IN" sz="1600" dirty="0"/>
              <a:t> </a:t>
            </a:r>
            <a:r>
              <a:rPr lang="en-IN" sz="1800" dirty="0"/>
              <a:t>To create a GitHub repository ,add a </a:t>
            </a:r>
            <a:r>
              <a:rPr lang="en-IN" sz="1800" dirty="0" err="1"/>
              <a:t>collaborator,perform</a:t>
            </a:r>
            <a:r>
              <a:rPr lang="en-IN" sz="1800" dirty="0"/>
              <a:t> </a:t>
            </a:r>
            <a:r>
              <a:rPr lang="en-IN" sz="1800" dirty="0" err="1"/>
              <a:t>collborative</a:t>
            </a:r>
            <a:r>
              <a:rPr lang="en-IN" sz="1800" dirty="0"/>
              <a:t> file editing and understand commit history and pull request workflow.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Software/Tools Required</a:t>
            </a:r>
          </a:p>
          <a:p>
            <a:pPr marL="0" indent="0">
              <a:buNone/>
            </a:pPr>
            <a:r>
              <a:rPr lang="en-IN" sz="1800" dirty="0"/>
              <a:t>    GitHub account</a:t>
            </a:r>
          </a:p>
          <a:p>
            <a:pPr marL="0" indent="0">
              <a:buNone/>
            </a:pPr>
            <a:r>
              <a:rPr lang="en-IN" sz="1800" dirty="0"/>
              <a:t>     web browser (Chrome / Edge / </a:t>
            </a:r>
            <a:r>
              <a:rPr lang="en-IN" sz="1800" dirty="0" err="1"/>
              <a:t>firefox</a:t>
            </a:r>
            <a:r>
              <a:rPr lang="en-IN" sz="1800" dirty="0"/>
              <a:t>) </a:t>
            </a:r>
          </a:p>
          <a:p>
            <a:pPr marL="0" indent="0">
              <a:buNone/>
            </a:pPr>
            <a:r>
              <a:rPr lang="en-IN" sz="1800" dirty="0"/>
              <a:t>      Internet connection</a:t>
            </a:r>
          </a:p>
          <a:p>
            <a:pPr marL="0" indent="0">
              <a:buNone/>
            </a:pPr>
            <a:r>
              <a:rPr lang="en-IN" sz="2200" dirty="0" err="1"/>
              <a:t>Theroy</a:t>
            </a:r>
            <a:endParaRPr lang="en-IN" sz="2200" dirty="0"/>
          </a:p>
          <a:p>
            <a:pPr marL="0" indent="0">
              <a:buNone/>
            </a:pPr>
            <a:r>
              <a:rPr lang="en-IN" sz="1800" dirty="0"/>
              <a:t>      GitHub is a distributed version control platform that allow multiple users to collaborate on the same </a:t>
            </a:r>
            <a:r>
              <a:rPr lang="en-IN" sz="1800" dirty="0" err="1"/>
              <a:t>project.A</a:t>
            </a:r>
            <a:r>
              <a:rPr lang="en-IN" sz="1800" dirty="0"/>
              <a:t> </a:t>
            </a:r>
            <a:r>
              <a:rPr lang="en-IN" sz="1800" dirty="0" err="1"/>
              <a:t>respository</a:t>
            </a:r>
            <a:r>
              <a:rPr lang="en-IN" sz="1800" dirty="0"/>
              <a:t> stores project files and Their revision </a:t>
            </a:r>
            <a:r>
              <a:rPr lang="en-IN" sz="1800" dirty="0" err="1"/>
              <a:t>history.Collaboration</a:t>
            </a:r>
            <a:r>
              <a:rPr lang="en-IN" sz="1800" dirty="0"/>
              <a:t> can be done by adding collaborators who can directly commit changes or by using forks and pull requests to review and merge changes safely.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2200" dirty="0"/>
              <a:t>Key concepts: </a:t>
            </a:r>
          </a:p>
          <a:p>
            <a:pPr marL="0" indent="0">
              <a:buNone/>
            </a:pPr>
            <a:r>
              <a:rPr lang="en-IN" sz="1800" dirty="0"/>
              <a:t>     Repository: A storage location for project files</a:t>
            </a:r>
          </a:p>
          <a:p>
            <a:pPr marL="0" indent="0">
              <a:buNone/>
            </a:pPr>
            <a:r>
              <a:rPr lang="en-IN" sz="1800" dirty="0"/>
              <a:t>     Collaborator: A user who granted access to a repository </a:t>
            </a:r>
          </a:p>
          <a:p>
            <a:pPr marL="0" indent="0">
              <a:buNone/>
            </a:pPr>
            <a:r>
              <a:rPr lang="en-IN" sz="1800" dirty="0"/>
              <a:t>      Commit: Saving changes to the repository</a:t>
            </a:r>
          </a:p>
          <a:p>
            <a:pPr marL="0" indent="0">
              <a:buNone/>
            </a:pPr>
            <a:r>
              <a:rPr lang="en-IN" sz="1800" dirty="0"/>
              <a:t>      Branch: A separate line of development</a:t>
            </a:r>
          </a:p>
          <a:p>
            <a:pPr marL="0" indent="0">
              <a:buNone/>
            </a:pPr>
            <a:r>
              <a:rPr lang="en-IN" sz="1800" dirty="0"/>
              <a:t>      Pull Request: A request to merge changes from one branch or fork into another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34052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15BF-E607-03A3-B41C-50CEFA92D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93" y="304801"/>
            <a:ext cx="11540613" cy="606880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/>
              <a:t>Procedure</a:t>
            </a:r>
          </a:p>
          <a:p>
            <a:pPr marL="0" indent="0">
              <a:buNone/>
            </a:pPr>
            <a:r>
              <a:rPr lang="en-US" sz="2000" dirty="0"/>
              <a:t>Step1: create a </a:t>
            </a:r>
            <a:r>
              <a:rPr lang="en-US" sz="2000" dirty="0" err="1"/>
              <a:t>github</a:t>
            </a:r>
            <a:r>
              <a:rPr lang="en-US" sz="2000" dirty="0"/>
              <a:t> repository</a:t>
            </a:r>
          </a:p>
          <a:p>
            <a:pPr marL="0" indent="0">
              <a:buNone/>
            </a:pPr>
            <a:r>
              <a:rPr lang="en-US" sz="1400" dirty="0"/>
              <a:t>    1.login in to </a:t>
            </a:r>
            <a:r>
              <a:rPr lang="en-US" sz="1400" dirty="0" err="1"/>
              <a:t>gitup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2.click new repository</a:t>
            </a:r>
          </a:p>
          <a:p>
            <a:pPr marL="0" indent="0">
              <a:buNone/>
            </a:pPr>
            <a:r>
              <a:rPr lang="en-US" sz="1400" dirty="0"/>
              <a:t>     3.enter repository name</a:t>
            </a:r>
          </a:p>
          <a:p>
            <a:pPr marL="0" indent="0">
              <a:buNone/>
            </a:pPr>
            <a:r>
              <a:rPr lang="en-US" sz="1400" dirty="0"/>
              <a:t>     4.select public repository</a:t>
            </a:r>
          </a:p>
          <a:p>
            <a:pPr marL="0" indent="0">
              <a:buNone/>
            </a:pPr>
            <a:r>
              <a:rPr lang="en-US" sz="1400" dirty="0"/>
              <a:t>     5.click create repository</a:t>
            </a:r>
          </a:p>
          <a:p>
            <a:pPr marL="0" indent="0">
              <a:buNone/>
            </a:pPr>
            <a:r>
              <a:rPr lang="en-US" sz="1400" dirty="0"/>
              <a:t>  </a:t>
            </a:r>
          </a:p>
          <a:p>
            <a:pPr marL="0" indent="0">
              <a:buNone/>
            </a:pPr>
            <a:r>
              <a:rPr lang="en-US" sz="2200" dirty="0"/>
              <a:t>Step2: create a file</a:t>
            </a:r>
          </a:p>
          <a:p>
            <a:pPr marL="0" indent="0">
              <a:buNone/>
            </a:pPr>
            <a:r>
              <a:rPr lang="en-US" sz="1400" dirty="0"/>
              <a:t>     1.open the repository</a:t>
            </a:r>
          </a:p>
          <a:p>
            <a:pPr marL="0" indent="0">
              <a:buNone/>
            </a:pPr>
            <a:r>
              <a:rPr lang="en-US" sz="1400" dirty="0"/>
              <a:t>     2.click add file-&gt; create new file</a:t>
            </a:r>
          </a:p>
          <a:p>
            <a:pPr marL="0" indent="0">
              <a:buNone/>
            </a:pPr>
            <a:r>
              <a:rPr lang="en-US" sz="1400" dirty="0"/>
              <a:t>     3.name the file data.txt.</a:t>
            </a:r>
          </a:p>
          <a:p>
            <a:pPr marL="0" indent="0">
              <a:buNone/>
            </a:pPr>
            <a:r>
              <a:rPr lang="en-US" sz="1400" dirty="0"/>
              <a:t>     4.add sample content</a:t>
            </a:r>
          </a:p>
          <a:p>
            <a:pPr marL="0" indent="0">
              <a:buNone/>
            </a:pPr>
            <a:r>
              <a:rPr lang="en-US" sz="1400" dirty="0"/>
              <a:t>     5.click commit change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2200" dirty="0"/>
              <a:t>Step3: add a collaborators</a:t>
            </a:r>
          </a:p>
          <a:p>
            <a:pPr marL="0" indent="0">
              <a:buNone/>
            </a:pPr>
            <a:r>
              <a:rPr lang="en-US" sz="1400" dirty="0"/>
              <a:t>      1.go to setting-&gt;collaborators</a:t>
            </a:r>
          </a:p>
          <a:p>
            <a:pPr marL="0" indent="0">
              <a:buNone/>
            </a:pPr>
            <a:r>
              <a:rPr lang="en-US" sz="1400" dirty="0"/>
              <a:t>      2.click add people</a:t>
            </a:r>
          </a:p>
          <a:p>
            <a:pPr marL="0" indent="0">
              <a:buNone/>
            </a:pPr>
            <a:r>
              <a:rPr lang="en-US" sz="1400" dirty="0"/>
              <a:t>      3.enter collaborator’s </a:t>
            </a:r>
            <a:r>
              <a:rPr lang="en-US" sz="1400" dirty="0" err="1"/>
              <a:t>github</a:t>
            </a:r>
            <a:r>
              <a:rPr lang="en-US" sz="1400" dirty="0"/>
              <a:t> username or email</a:t>
            </a:r>
          </a:p>
          <a:p>
            <a:pPr marL="0" indent="0">
              <a:buNone/>
            </a:pPr>
            <a:r>
              <a:rPr lang="en-US" sz="1400" dirty="0"/>
              <a:t>      4.click invite collaborator 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99792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F0666-B82C-6DA1-D892-20A45242D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555" y="147484"/>
            <a:ext cx="11670890" cy="6400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step4:collaborator accept invitation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1400" dirty="0"/>
              <a:t>1.collaborators logs in to </a:t>
            </a:r>
            <a:r>
              <a:rPr lang="en-US" sz="1400" dirty="0" err="1"/>
              <a:t>github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      2.open notification or email</a:t>
            </a:r>
          </a:p>
          <a:p>
            <a:pPr marL="0" indent="0">
              <a:buNone/>
            </a:pPr>
            <a:r>
              <a:rPr lang="en-US" sz="1400" dirty="0"/>
              <a:t>      3.click accept invitation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/>
              <a:t>Step5: collaborators edit the file</a:t>
            </a:r>
          </a:p>
          <a:p>
            <a:pPr marL="0" indent="0">
              <a:buNone/>
            </a:pPr>
            <a:r>
              <a:rPr lang="en-US" sz="1400" dirty="0"/>
              <a:t>       1.collaborators open the repository</a:t>
            </a:r>
          </a:p>
          <a:p>
            <a:pPr marL="0" indent="0">
              <a:buNone/>
            </a:pPr>
            <a:r>
              <a:rPr lang="en-US" sz="1400" dirty="0"/>
              <a:t>       2.opens data.txt</a:t>
            </a:r>
          </a:p>
          <a:p>
            <a:pPr marL="0" indent="0">
              <a:buNone/>
            </a:pPr>
            <a:r>
              <a:rPr lang="en-US" sz="1400" dirty="0"/>
              <a:t>       3.clicks edit</a:t>
            </a:r>
          </a:p>
          <a:p>
            <a:pPr marL="0" indent="0">
              <a:buNone/>
            </a:pPr>
            <a:r>
              <a:rPr lang="en-US" sz="1400" dirty="0"/>
              <a:t>       4.makes changes to the content</a:t>
            </a:r>
          </a:p>
          <a:p>
            <a:pPr marL="0" indent="0">
              <a:buNone/>
            </a:pPr>
            <a:r>
              <a:rPr lang="en-US" sz="1400" dirty="0"/>
              <a:t>       5.commit the changes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/>
              <a:t>Step6: view commit history</a:t>
            </a:r>
          </a:p>
          <a:p>
            <a:pPr marL="0" indent="0">
              <a:buNone/>
            </a:pPr>
            <a:r>
              <a:rPr lang="en-US" sz="1400" dirty="0"/>
              <a:t>      1.open the repository</a:t>
            </a:r>
          </a:p>
          <a:p>
            <a:pPr marL="0" indent="0">
              <a:buNone/>
            </a:pPr>
            <a:r>
              <a:rPr lang="en-US" sz="1400" dirty="0"/>
              <a:t>       2.click commits</a:t>
            </a:r>
          </a:p>
          <a:p>
            <a:pPr marL="0" indent="0">
              <a:buNone/>
            </a:pPr>
            <a:r>
              <a:rPr lang="en-US" sz="1400" dirty="0"/>
              <a:t>       3.observe commit message and collaborators username</a:t>
            </a:r>
            <a:r>
              <a:rPr lang="en-US" sz="2000" dirty="0"/>
              <a:t>      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56133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201D7-9B69-D3C1-11A3-111722AAE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247112"/>
            <a:ext cx="11503742" cy="6363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Step7:pull  request using fork</a:t>
            </a:r>
          </a:p>
          <a:p>
            <a:pPr marL="0" indent="0">
              <a:buNone/>
            </a:pPr>
            <a:r>
              <a:rPr lang="en-US" sz="1400" dirty="0"/>
              <a:t>    1.collaborator click fork</a:t>
            </a:r>
          </a:p>
          <a:p>
            <a:pPr marL="0" indent="0">
              <a:buNone/>
            </a:pPr>
            <a:r>
              <a:rPr lang="en-US" sz="1400" dirty="0"/>
              <a:t>    2.edits file in forked repository</a:t>
            </a:r>
          </a:p>
          <a:p>
            <a:pPr marL="0" indent="0">
              <a:buNone/>
            </a:pPr>
            <a:r>
              <a:rPr lang="en-US" sz="1400" dirty="0"/>
              <a:t>    3.commit changes</a:t>
            </a:r>
          </a:p>
          <a:p>
            <a:pPr marL="0" indent="0">
              <a:buNone/>
            </a:pPr>
            <a:r>
              <a:rPr lang="en-US" sz="1400" dirty="0"/>
              <a:t>    4.click open pull request</a:t>
            </a:r>
          </a:p>
          <a:p>
            <a:pPr marL="0" indent="0">
              <a:buNone/>
            </a:pPr>
            <a:r>
              <a:rPr lang="en-US" sz="1400" dirty="0"/>
              <a:t>    5.repository owner reviews and merges the pull request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/>
              <a:t>Result</a:t>
            </a:r>
          </a:p>
          <a:p>
            <a:pPr marL="0" indent="0">
              <a:buNone/>
            </a:pPr>
            <a:r>
              <a:rPr lang="en-US" sz="1400" dirty="0"/>
              <a:t>  the collaborators was  successfully added to the </a:t>
            </a:r>
            <a:r>
              <a:rPr lang="en-US" sz="1400" dirty="0" err="1"/>
              <a:t>github</a:t>
            </a:r>
            <a:r>
              <a:rPr lang="en-US" sz="1400" dirty="0"/>
              <a:t> repository and was to edit and commit changes. The commit history reflect </a:t>
            </a:r>
            <a:r>
              <a:rPr lang="en-US" sz="1400" dirty="0" err="1"/>
              <a:t>ollaborators</a:t>
            </a:r>
            <a:r>
              <a:rPr lang="en-US" sz="1400" dirty="0"/>
              <a:t> </a:t>
            </a:r>
            <a:r>
              <a:rPr lang="en-US" sz="1400" dirty="0" err="1"/>
              <a:t>work.pull</a:t>
            </a:r>
            <a:r>
              <a:rPr lang="en-US" sz="1400" dirty="0"/>
              <a:t> request workflow was also understood    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000" dirty="0"/>
              <a:t>Conclusion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1400" dirty="0" err="1"/>
              <a:t>github</a:t>
            </a:r>
            <a:r>
              <a:rPr lang="en-US" sz="1400" dirty="0"/>
              <a:t> enables effective collaboration by allowing multiple user to work on the same project. Through this experiment , repository creation, collaborators management, commit, and pull request were successfully performed.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1605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05BC-A0C5-2C82-A1B8-C92EF9CA9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88604"/>
            <a:ext cx="10515600" cy="6492875"/>
          </a:xfrm>
        </p:spPr>
        <p:txBody>
          <a:bodyPr>
            <a:normAutofit/>
          </a:bodyPr>
          <a:lstStyle/>
          <a:p>
            <a:r>
              <a:rPr lang="en-US" sz="7200" dirty="0"/>
              <a:t>VISUAL EXAMPLE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781368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3FA2D9-BDD7-2D31-F158-E88786D41D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26" y="491613"/>
            <a:ext cx="11375922" cy="571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975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BC0D-A801-45B8-5358-D0A6EFF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D98601-ECAA-E96C-5686-100ACE7DAD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8" y="365125"/>
            <a:ext cx="11552905" cy="589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5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AD21-53E7-AFA8-00F9-2C76388D6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3D456A-C52D-D80E-72F8-4A4EC074A1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0" y="3810794"/>
            <a:ext cx="381000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E0A74F9-B890-1554-468C-2B2E465F9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54" y="481781"/>
            <a:ext cx="11523407" cy="578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74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F398-0ABC-3F5A-F314-AB54F94E5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023B2C-E4B0-C186-294D-0C383C01A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0467" y="365125"/>
            <a:ext cx="10343333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462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6A98-01D5-9845-161C-012A60E1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566B54-4323-6120-C9A0-AC5419360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284" y="521110"/>
            <a:ext cx="11661058" cy="565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11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6E81-7954-4A91-D0EE-48A05BFC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69581A-D7C8-16C9-961A-D0FB09A7A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3568" y="365125"/>
            <a:ext cx="1135380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47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6741-D8D2-86F4-83FD-52524FFF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E54723E-A9A1-5A9F-5807-AE35F5866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586" y="605989"/>
            <a:ext cx="11364614" cy="564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219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477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EXPERIMENT</vt:lpstr>
      <vt:lpstr>PowerPoint Presentation</vt:lpstr>
      <vt:lpstr>PowerPoint Presentation</vt:lpstr>
      <vt:lpstr>PowerPoint Presentation</vt:lpstr>
      <vt:lpstr>PowerPoint Presentation</vt:lpstr>
      <vt:lpstr>VISUAL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aishwarya b</dc:creator>
  <cp:lastModifiedBy>aishwarya b</cp:lastModifiedBy>
  <cp:revision>1</cp:revision>
  <dcterms:created xsi:type="dcterms:W3CDTF">2026-02-08T03:06:58Z</dcterms:created>
  <dcterms:modified xsi:type="dcterms:W3CDTF">2026-02-08T07:03:39Z</dcterms:modified>
</cp:coreProperties>
</file>